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2286000" cy="320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GT Porta-Aviões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GT Porta-Aviões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Porta-Aviões  |  2× Helo ASW  |  2× Helo ASup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14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Def. Aérea: 1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ARA Veinticinco de Mayo (ex-HMS Venerable). Porta-aviões leve a vapor. Base da 1ª Esquadrilha de A-4Q.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1ª Esq. A-4Q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1ª Esq. A-4Q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8× Ataque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9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Ataque Aéreo: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MSS ×6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8× A-4Q Skyhawk embarcados. Único esquadrão naval a operar de porta-aviões no conflito.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Escolta GT-PA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Escolta GT-PA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Destroyer  |  1× Helo ASup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2  |  Def. Aérea: 5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ASCM ×8 (R:6)  |  MSS ×6 (R:3)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ARA Hércules + ARA Santísima Trinidad (Type 42, Sea Dart/Exocet). Escolta principal do GT porta-aviões.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Esquadra de Corvetas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Esquadra de Corvetas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3× Corveta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3  |  Def. Aérea: 3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ASCM ×9 (R:6)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ARA Drummond, Guerrico e Granville (classe A69). Guerrico avariada em Grytviken, 3 abr 1982.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Belgrano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Belgrano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Cruzador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8  |  Def. Aérea: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ARA General Belgrano (ex-USS Phoenix). Forte artilharia de 6". Afundado por torpedos em 2 mai 1982 — 323 mortos.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Escolta Belgrano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Escolta Belgrano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Destroyer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5  |  Def. Aérea: 3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ASCM ×6 (R:6)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ARA Hipólito Bouchard + ARA Piedrabuena (ex-Fletcher/Sumner). Escolta do Belgrano.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Petroleiro GT-PA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Petroleiro GT-PA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Navio Tanque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ARA Punta Médanos. Petroleiro de esquadra do GT porta-aviões.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Petroleiro Geral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Petroleiro Geral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Navio Tanque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34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ARA Punta Delgada + petroleiro de serviço geral. Abastece o GT Belgrano e a retaguarda continental.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〰 Submarino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Santa Fe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Santa 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Sub Convencional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Torpedo ×4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ARA Santa Fe (ex-USS Catfish, classe Guppy). Avariada e encalhada em Grytviken, 25 abr 1982.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〰 Submarino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San Luis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San Luis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Sub Convencional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Torpedo ×4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ARA San Luis (Type 209). Realizou vários ataques frustrados contra a Força-Tarefa britânica.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Patrulha Costeira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Patrulha Costeira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4× NPa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8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Def. Aérea: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MSS ×4 (R:1)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Lanchas Z-28 (Islas Malvinas, Río Iguazú) + patrulheiros Dabur. Vigilância costeira das ilhas.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Grupo Caça-Minas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Grupo Caça-Minas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4× NPa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8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Grupos M1/M2. Lança e localiza campos minados no Estreito de San Carlos.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Piquete de Vigilância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Piquete de Vigilância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5× NPa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Traineiras e mercantes civis reconvertidos em piquetes de vigilância (Narwal, Alejandra, Costanza e outros).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Grupo de Desembarque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Grupo de Desembarque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Navio Desembarque  |  1× Navio Doca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8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1  |  Def. Aérea: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2× LST + 1 rebocador de alto-mar. Liga o continente a Porto Argentino com reforços e suprimentos.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Cargueiros de Suprimento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Cargueiros de Suprimento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3× Navio Logístico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Formosa/Río Carcarañá, Río Cincel/Mar del Norte, Lago Argentino/Puerto Rosales. Mantêm a guarnição de Porto Argentino suprida.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Comandos Anfíbios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Comandos Anfíbios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Operações Especiais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RAID ×3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Comandos Anfíbios / Buzos Tácticos. Embarcados no ARA San Luis.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Mirage III / Dagger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Mirage III / Dagger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15× Caça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Def. Aérea: 8  |  Ataque Aéreo: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Mirage IIIEA (Grupo 8) + Dagger (Grupo 6). Alcance limitado sobre as ilhas — poucos minutos de permanência.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A-4B/C Skyhawk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A-4B/C Skyhawk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30× Ataque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Ataque Aéreo: 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MSS ×10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A-4B (Grupo 5) + A-4C (Grupo 4). Principal força de ataque continental contra a Força-Tarefa.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Super Étendard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Super Étendard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5× Ataque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7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Ataque Aéreo: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ASCM ×5 (R:6)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2ª Esquadrilha Aeronaval de Caça e Ataque. Apenas 5 mísseis AM39 Exocet ar-superfície disponíveis em toda a guerra.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Canberra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Canberra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7× Ataque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Ataque Aéreo: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LACM ×4 (R:8)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Grupo 2 de Bombardeo. Bombardeiro de longo alcance, baixa sobrevivência diante de caças modernos.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Lear Jet / SP-2 Neptune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Lear Jet / SP-2 Neptune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6× Patrulha Marítima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Lear Jet 35A (Esc. Fénix) + SP-2H Neptune. ISR de longo alcance, sem armamento.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Pucará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Pucará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16× Ataque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Ataque Aéreo: 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IA-58 Pucará — esquadrilhas de Porto Argentino/Ganso Verde/Ilha Pebble, já incluindo reforços dos turnos 3 e 4. Ataque ao solo, baixa velocidade.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⬛ 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Guarnição de Porto Argentino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Guarnição de Porto Argentino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5× Efetivo Terrestre  |  4× Bateria AAA/SAM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4  |  Def. Aérea: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10ª Brigada de Infantería (3º, 6º, 7º, 25º RI) + 5º Batalhão de Infantaria de Marinha. ~5.000 efetivos. Artilharia 105mm + baterias Tigercat/Roland/35mm.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⬛ 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Bateria Exocet MM38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Bateria Exocet MM38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Bateria Costeira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ASCM ×2 (R:3)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2× lançadores MM38 Exocet improvisados por técnicos navais. Atingiu o HMS Glamorgan em 12 jun 1982 — sem reabastecimento possível.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⬛ 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Guarnição de Ganso Verde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Guarnição de Ganso Verde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Efetivo Terrestre  |  2× Bateria AAA/SAM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1  |  Def. Aérea: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12º Regimiento de Infantería (Cia A + B). Defende Ganso Verde/Prado do Ganso.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⬛ 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Guarnição da Falkland Ocidental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Guarnição da Falkland Ocidental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Efetivo Terrestre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Def. Aérea: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Forças de Segurança de Port Howard e Fox Bay, Falkland Ocidental.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⬛ 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Guarnição da Geórgia do Sul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Guarnição da Geórgia do Sul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Efetivo Terrestre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Pequeno destacamento em Grytviken/Leith. Capturado em 25 abr 1982 após ataque naval e aéreo britânico.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⬛ 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BAM Rivadavia / San Julián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BAM Rivadavia / San Julián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Aeroporto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Bases Aéreas Militares de Comodoro Rivadavia e San Julián. Recompletamento de caças e bombardeiros Canberra.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⬛ 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BAM Río Gallegos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BAM Río Gallegos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Aeroporto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Principal base continental de A-4B/C Skyhawk.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⬛ 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Porto de Río Gallegos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Porto de Río Gallegos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Porto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Hub logístico continental. Reabastece navios argentinos em operação.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⬛ Terra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BAM Río Grande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003380"/>
                </a:solidFill>
              </a:rPr>
              <a:t>BAM Río Grande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5BB5"/>
                </a:solidFill>
              </a:rPr>
              <a:t>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Aeroporto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00338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00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Base dos Super Étendard e A-4Q. A mais próxima das ilhas entre as bases continentais.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003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HMS Hermes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HMS Hermes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Porta-Aviões  |  6× Helo ASW  |  2× Helo ASup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14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Def. Aérea: 1  |  ASW: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Nau capitânia da Força-Tarefa. Casco de 1959, grande grupo aéreo. Prime alvo de Exocet.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800 NAS Sea Harrier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800 NAS Sea Harrier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12× Caça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Def. Aérea: 9  |  Ataque Aéreo: 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MSS ×8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12× Sea Harrier FRS.1. CAP + ataque ao solo. Nenhuma perda em combate ar-ar durante toda a guerra.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HMS Invincible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HMS Invincible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Porta-Aviões  |  4× Helo ASW  |  2× Helo ASup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14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Def. Aérea: 1  |  ASW: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Porta-aviões leve ("through-deck cruiser"), mais moderno e resistente que o Hermes, grupo aéreo menor.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801 NAS Sea Harrier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801 NAS Sea Harrier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9× Caça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Def. Aérea: 7  |  Ataque Aéreo: 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MSS ×6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9× Sea Harrier FRS.1, reforçado em voo por Harriers ferry do Atlantic Conveyor em maio.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Screen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Screen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Destroyer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2  |  Def. Aérea: 8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MSS ×12 (R:3)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HMS Glasgow + HMS Sheffield (Type 42, Sea Dart). Sheffield afundado por Exocet em 4 mai 1982 — 20 mortos.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Screen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Screen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Destroyer  |  1× Fragata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2  |  Def. Aérea: 5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MSS ×6 (R:3)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HMS Coventry (Type 42) + HMS Arrow (Type 21). Coventry afundado em 25 mai após 3 ataques aéreos, abatendo 2 aeronaves antes.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Escort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Escort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Destroyer  |  1× Fragata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3  |  Def. Aérea: 2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ASCM ×4 (R:6)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HMS Glamorgan (County) + HMS Broadsword (Type 22). Glamorgan sobreviveu a um Exocet lançado de terra em 12 jun — 13 mortos.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Escort 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Escort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Fragata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3  |  Def. Aérea: 1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HMS Yarmouth + HMS Alacrity (Leander/Type 21). Sem míssil dual-role — mais vulnerável ao ataque aéreo.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Trail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Trail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Fragata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2  |  Def. Aérea: 2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ASCM ×4 (R:6)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HMS Ardent + HMS Argonaut. Ardent afundado em 22 mai após apoiar o raid do SAS em Ganso Verde — 22 mortos.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Landing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Landing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Fragata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2  |  Def. Aérea: 1  |  ASW: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HMS Antelope + HMS Ambuscade. Antelope afundado em 24 mai ao tentar desarmar uma bomba não detonada.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South Georgia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South Georgia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Destroyer  |  2× Fragata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3  |  Def. Aérea: 3  |  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ASCM ×8 (R:6)  |  MSS ×6 (R:3)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HMS Antrim + HMS Plymouth + HMS Brilliant. Força-tarefa de vanguarda — retomou a Geórgia do Sul em 25 abr 1982 (Op. Paraquet).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HMS Endurance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HMS Endurance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NPa  |  1× Helo ASup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Navio de vigilância do Antártico. Sua retirada planejada em 1981 é citada como sinal que motivou a invasão argentina.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SAS / SBS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SAS / SBS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Operações Especiais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RAID ×4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Equipes do 22 SAS e do Special Boat Squadron. Reconhecimento e ação direta — Ganso Verde, Monte Kent, Ilha Pebble.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〰 Submarino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HMS Conqueror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HMS Conqueror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Sub Nuclear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∞ (Nuclear)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Torpedo ×12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SSN classe Churchill. Afundou o ARA General Belgrano em 2 mai 1982 — primeiro ataque de submarino nuclear da história.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〰 Submarino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HMS Spartan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HMS Spartan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Sub Nuclear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∞ (Nuclear)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Torpedo ×12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SSN classe Swiftsure. Um dos primeiros submarinos a chegar à zona de exclusão, em 12 abr 1982.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〰 Submarino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HMS Splendid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HMS Splendid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Sub Nuclear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∞ (Nuclear)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Torpedo ×12 (R:2)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SSN classe Swiftsure. Patrulhou a costa continental argentina em busca do porta-aviões 25 de Mayo.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Fearless / Intrepid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Fearless / Intrepid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Navio Doca  |  4× Helo ASup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Artilharia: 1  |  Def. Aérea: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HMS Fearless + HMS Intrepid (LPD). Únicos meios de desembarcar tropas e viaturas em San Carlos. Vulnerabilidade crítica.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Canberra / QE2 / Atlantic Conveyor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Canberra / QE2 / Atlantic Conveyor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3× Navio Desembarque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Def. Aérea: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SS Canberra + SS Queen Elizabeth II + SS Atlantic Conveyor. Transportam a 3ª Bda Comando e a 5ª Bda de Infantaria. Conveyor afundado por Exocet em 25 mai — 12 mortos, perda de helicópteros Chinook.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Petroleiro do GT-PA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Petroleiro do GT-PA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Navio Tanque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RFA Olmeda. Reabastece o grupo porta-aviões.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Petroleiro de Escolta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Petroleiro de Escolta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Navio Tanque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34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RFA Appleleaf + RFA Plumleaf. Reabastece as escoltas.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Petroleiro de Desembarque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Petroleiro de Desembarque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Navio Tanque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34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RFA Tidespring + RFA Bayleaf. Reabastece o grupo de desembarque e a força da Geórgia do Sul.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Petroleiros-Lançadeira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Petroleiros-Lançadeira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3× Navio Tanque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RFA British Tay + British Tamar + British Esk. Ponte logística com Ascensão — só reabastecem outros petroleiros.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Esquadrilha Caça-Minas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Esquadrilha Caça-Minas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4× NPa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8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HMS Junella, Cordella, Farnella, Northella — traineiras convertidas em caça-minas. Abrem caminho para o Estreito de San Carlos.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⚓ Superfície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Navio-Hospital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Navio-Hospital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1× Navio Logístico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SS Uganda + navios-ambulância Hecla/Hydra/Herald. Protegido pela Convenção de Genebra — sem combate.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Nimrod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Nimrod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8× Patrulha Marítima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ASW: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Hawker Siddeley Nimrod MR.1/2, base em Ascensão. Reabastecimento em voo estende o alcance a milhares de km.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Vulcan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Vulcan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2× Ataque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12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LACM ×3 (R:12)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Avro Vulcan B.2, Operação Black Buck — 6 missões de bombardeio desde Ascensão, a maior distância percorrida em combate até então.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solidFill>
            <a:srgbClr val="FFFFFF"/>
          </a:solidFill>
          <a:ln w="180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0" cy="396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" y="1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>
                <a:solidFill>
                  <a:srgbClr val="FFFFFF"/>
                </a:solidFill>
              </a:rPr>
              <a:t>FORÇA VERMELHA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8000"/>
            <a:ext cx="221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CC00"/>
                </a:solidFill>
              </a:rPr>
              <a:t>✈ Aéreo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6000"/>
            <a:ext cx="2286000" cy="28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" y="403200"/>
            <a:ext cx="221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Victor K.2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4000"/>
            <a:ext cx="2286000" cy="216000"/>
          </a:xfrm>
          <a:prstGeom prst="rect">
            <a:avLst/>
          </a:prstGeom>
          <a:solidFill>
            <a:srgbClr val="FF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" y="691200"/>
            <a:ext cx="2214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7F0000"/>
                </a:solidFill>
              </a:rPr>
              <a:t>Victor K.2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" y="918000"/>
            <a:ext cx="2178000" cy="504000"/>
          </a:xfrm>
          <a:prstGeom prst="rect">
            <a:avLst/>
          </a:prstGeom>
          <a:solidFill>
            <a:srgbClr val="F0F0F0"/>
          </a:solidFill>
          <a:ln w="108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" y="936000"/>
            <a:ext cx="217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B0000"/>
                </a:solidFill>
              </a:rPr>
              <a:t>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" y="1314000"/>
            <a:ext cx="217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4× Patrulha Marítima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458000"/>
            <a:ext cx="2286000" cy="1620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" y="14688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</a:rPr>
              <a:t>ATRIBUTOS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6200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" y="1630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Staying Power (HP)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6000" y="1630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" y="1821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00" y="18396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Movimento (hexes/turno)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6000" y="18396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" y="20304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0376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" y="20484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Detecção (melhor)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6000" y="20484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" y="22392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2464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" y="22572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Alcance Ataque (melhor)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6000" y="22572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" y="24480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2455200"/>
            <a:ext cx="2286000" cy="2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" y="24660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Armamento (total)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6000" y="24660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" y="26568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664000"/>
            <a:ext cx="2286000" cy="20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" y="2674800"/>
            <a:ext cx="1224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</a:rPr>
              <a:t>Combustível (FP)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000" y="2674800"/>
            <a:ext cx="846000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>
                <a:solidFill>
                  <a:srgbClr val="7F0000"/>
                </a:solidFill>
              </a:rPr>
              <a:t>10 FP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" y="2865600"/>
            <a:ext cx="21780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2880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" y="2887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CAPACIDADES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042000"/>
            <a:ext cx="22860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" y="3052800"/>
            <a:ext cx="217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3294000"/>
            <a:ext cx="2286000" cy="162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" y="3301200"/>
            <a:ext cx="221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</a:rPr>
              <a:t>ARMAMENTO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3456000"/>
            <a:ext cx="2286000" cy="28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00" y="3466800"/>
            <a:ext cx="2178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>
                <a:solidFill>
                  <a:srgbClr val="333333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744000"/>
            <a:ext cx="2286000" cy="-543600"/>
          </a:xfrm>
          <a:prstGeom prst="rect">
            <a:avLst/>
          </a:prstGeom>
          <a:solidFill>
            <a:srgbClr val="7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" y="3762000"/>
            <a:ext cx="2178000" cy="-57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</a:rPr>
              <a:t>ℹ Handley Page Victor K.2. Reabastecimento em voo — cada missão Black Buck exigiu até 11 petroleiros em cadeia.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286000" cy="3200400"/>
          </a:xfrm>
          <a:prstGeom prst="rect">
            <a:avLst/>
          </a:prstGeom>
          <a:noFill/>
          <a:ln w="21600"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